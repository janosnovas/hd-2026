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Tahle verze je zaměřená jen na devět nálezů, které jsi vybral. Každý z nich jsem ověřil přímo v kódu — u každého je výřez se souborem a řádkem. Osm je doložitelných přímo ze statického kódu, jeden (verze providerů) navíc opřený o oficiální dokumentaci.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Přehled devíti nálezů a stavu ověření. Osm jde doložit přímo ze statického kódu. U #5 mám kód i oficiální dokumentaci, jen skutečné chování závisí na verzi stažené při terraform init. U #16 a #17 kód jednoznačně ukazuje nastavení, ale reálný dopad závisí na tom, jak je auth zapojen — to patří k manuálnímu ověření.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Helm: zápis kubernetes = {…} a set = [{…}] je syntaxe v3 (migrace na Plugin Framework). Verzní podmínka &gt;= 2.1.0 ale dovolí nainstalovat i 2.x, kde to byly bloky a tahle syntaxe selže s „Blocks of type kubernetes are not expected here“. Doloženo oficiálním v3 upgrade guidem a issue 1637. Doporučení: připnout &gt;= 3.0 (nebo přepsat na blokovou syntaxi a připnout &lt; 3.0). Skutečně stažená verze je k ověření v lock filu.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azapi: repo přistupuje k .output.publicKey přímo, což je zápis pro v2 (output je objekt). Jenže verze je připnutá ~&gt;1.5, tedy v1.x, kde output je JSON string a je nutný jsondecode(). To dokládá azapi issue 492 (jsondecode na objektu padá) i aktuální MS AKS quickstart, který přímý přístup používá s azapi ~&gt;2.0. Buď zvednout azapi na ~&gt;2.0, nebo vrátit jsondecode.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Tajemství: POSTGRES_PASSWORD, SALT a ADMIN_DEFAULT_PASSWORD jsou v common.env v plaintextu a jdou do ConfigMapy. pgAdmin heslo je dokonce natvrdo v manifestu. Vše je v gitu čitelné. Přesunout do Secret, ideálně injektovat mimo repozitář.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Resources: porovnání šesti deploymentů ukazuje, že apollo a frontend mají requests/limits, ale čtyři gql služby nemají blok resources vůbec. Důsledek: CPU-HPA na nich nemůže fungovat (chybí referenční request) a pody jsou BestEffort. Doplnit requests konzistentně.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HPA: ve složce manifests jsou jen dva HPA soubory — apollo a frontend. Pro čtyři gql služby žádný. README přitom slibuje autoscaling služeb. Buď doplnit HPA (a requesty z #9), nebo srovnat dokumentaci s realitou.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Readiness: frontend čeká 300 sekund, než ho považuje za připravený přijímat provoz. To je hodně dlouhá doba bez provozu při každém nasazení. Ověřená hodnota; doporučuji startupProbe nebo nižší initialDelay, ale je vhodné potvrdit, zda 5 minut není záměr kvůli pomalému startu aplikace.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TLS: certifikát v sekci tls je pro *.unob a unob, jenže pravidla ingressu běží na hostech uois a pgadmin.uois. Certifikát tedy neodpovídá hostname, na kterém se reálně přistupuje — HTTPS bude chybovat, a přitom je zapnutý ssl-redirect na HTTPS. Sladit hosty, případně vystavit cert pro uois / *.uois.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auth.py: token se dekóduje bez ověření podpisu a chytá se holým except. oid (identita uživatele) se tak bere z neověřeného tokenu. Kód je jednoznačný; co je k manuálnímu ověření, je dopad — jestli se oid používá jen pro neautoritativní kontext (pak nízké riziko), nebo se na něm staví autorizace (pak vážné). Doporučuji ověřit podpis a zúžit except.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core.py: tady je důležitý nuance — podpis (verify_signature) i issuer se ověřují, takže to není tak zlé jako auth.py. Vypnutá je jen kontrola audience. Token z jiné aplikace se správným podpisem a issuerem by tak prošel. K manuálnímu ověření: jestli je to záměr (např. víc povolených audience) nebo opomenutí — pak audience zapnout.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README: cd /Terraform je absolutní cesta (správně relativní ../Terraform); odkaz na /UOIS/Kubernetes/ s velkým K, ale složka je malými písmeny — na Linuxu to kvůli case-sensitivitě selže; příkazy pro IP používají namespace ingress-nginx, ale helm instaluje do ingress-basic (main.tf:146); a terraform apply -destroy je přehlednější jako terraform destroy. Vše ověřeno proti repu.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Shrnutí: osm nálezů je doložitelných přímo ze statického kódu, jeden navíc opřený o oficiální dokumentaci. K manuálnímu ověření zbývá reálný dopad obou auth nálezů a skutečně stažená verze providerů u #5. Každý nález má v prezentaci konkrétní důkaz se souborem a řádkem. Prostor na dotazy.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· DŮKAZY Z KÓDU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Ověřené nedostatky implementace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66928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Devět vybraných nálezů · ke každému důkaz z repozitáře (soubor : řádek)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4114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29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Repozitář: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TadPal/HD_2026_Azure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ROZSAH &amp; STAV OVĚŘENÍ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 a jak je doloženo</a:t>
            </a:r>
            <a:endParaRPr lang="en-US" sz="2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60520"/>
                <a:gridCol w="68580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Nález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Stav ověření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Nekonzistentní verze providerů (helm, azapi)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Kód + dokumentace · runtime k ověření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Tajemství v plaintextu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z kódu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gql-* deploymenty bez resources.requests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z kódu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HPA jen pro 2 z 6 služeb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z kódu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readinessProbe frontendu: 300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z kódu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hosty nesedí s pravidly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z kódu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auth.py — JWT bez ověření podpisu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Kód ano · dopad k ověření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core.py — audience neověřena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Kód ano · dopad k ověření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Nesoulady v README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Ověřeno (diff vůči repu)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1 · TERRAFORM — VERZE PROVIDERŮ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#5a  Helm: syntaxe v3 vs. povolená v2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Konfigurace používá syntaxi Helm provideru v3, ale verze je povolená od 2.1.0.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v2.x je „kubernetes“ blok a „set“ blok — uvedený zápis (nested object / list) v2 selže.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Terraform/providers.tf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49424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22576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"&gt;= 2.1.0"        # povolí i 2.x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46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 = {              # v3: atribut (v2 byl blok)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Terraform/main.tf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191256"/>
            <a:ext cx="8229600" cy="361188"/>
          </a:xfrm>
          <a:prstGeom prst="roundRect">
            <a:avLst>
              <a:gd name="adj" fmla="val 12658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3264408"/>
            <a:ext cx="790041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= [{                    # v3: list (v2 byl blok)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DF3E3"/>
          </a:solidFill>
          <a:ln w="12700">
            <a:solidFill>
              <a:srgbClr val="F3D9A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manuálnímu ověření: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Helm v2 vrací „Blocks of type kubernetes are not expected here“. Zdroj: HashiCorp v3 upgrade guide + issue #1637. Ověřit verzi v .terraform.lock.hcl.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1 · TERRAFORM — VERZE PROVIDERŮ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#5b  azapi: přístup k output vs. verze ~&gt;1.5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Verze azapi je připnutá na 1.x, ale k „output“ se přistupuje stylem v2.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azapi 1.x je „output“ JSON string → nutný jsondecode(); přímý .output.publicKey je až v2.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Terraform/providers.tf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49424"/>
            <a:ext cx="8229600" cy="361188"/>
          </a:xfrm>
          <a:prstGeom prst="roundRect">
            <a:avLst>
              <a:gd name="adj" fmla="val 12658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22576"/>
            <a:ext cx="790041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"~&gt;1.5"           # pin na 1.x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7386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Terraform/ssh.tf  (stejně i main.tf:109)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976372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3049524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azapi_resource_action.ssh_public_key_gen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.output.publicKey   # v2 zápis; v1 = jsondecode(...)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DF3E3"/>
          </a:solidFill>
          <a:ln w="12700">
            <a:solidFill>
              <a:srgbClr val="F3D9A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manuálnímu ověření: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V1.x by vyžadovala jsondecode(...).publicKey (azapi issue #492). Aktuální MS AKS quickstart kombinuje .output přímo s azapi ~&gt;2.0. Sjednotit verzi se zápisem.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2 · KONFIGURACE A TAJEMSTVÍ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#7  Tajemství v plaintextu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Hesla a salt jsou v ConfigMapě / přímo v manifestu, ne v Secret.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i manifest jsou v gitu v plaintextu → únik citlivých údajů, špatná rotace.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UOIS/kubernetes/common.env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49424"/>
            <a:ext cx="8229600" cy="790956"/>
          </a:xfrm>
          <a:prstGeom prst="roundRect">
            <a:avLst>
              <a:gd name="adj" fmla="val 5780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22576"/>
            <a:ext cx="790041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POSTGRES_PASSWORD=example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SALT=fe1c71b2-74c0-41e5-978f-eecbffac7418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ADMIN_DEFAULT_PASSWORD=john.newbie@world.com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1683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UOIS/kubernetes/manifests/pgadmin-deployment.yaml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406140"/>
            <a:ext cx="8229600" cy="361188"/>
          </a:xfrm>
          <a:prstGeom prst="roundRect">
            <a:avLst>
              <a:gd name="adj" fmla="val 12658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" y="3479292"/>
            <a:ext cx="790041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value: example              # PGADMIN_DEFAULT_PASSWORD inline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Citlivé hodnoty jsou v repu otevřeně. Patří do Secret (ideálně mimo git / přes proměnné).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3 · DEPLOYMENTY PODŮ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#9  gql-* bez resources.requests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 gql-* deploymenty nemají blok resources; apollo a frontend ho mají.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CPU requestů nemůže CPU-HPA škálovat a pody běží v QoS BestEffort (první na vyhození).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4754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Služba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resources.requests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gql-ug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gql-office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gql-granting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gql-projects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0" y="2194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"resources:" v každém *-deployment.yaml — gql-* nevrací nic.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apollo a frontend mají resources; gql-ug/office/granting/projects 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3 · DEPLOYMENTY PODŮ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#10  HPA jen pro 2 z 6 služeb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manifest existuje jen pro apollo a frontend, ne pro gql-* služby.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slibuje autoscaling služeb — pro gql-* ale žádný HPA není (a navíc by chyběly requesty, viz #9).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 UOIS/kubernetes/manifests/*-hpa.yaml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95144"/>
            <a:ext cx="8229600" cy="790956"/>
          </a:xfrm>
          <a:prstGeom prst="roundRect">
            <a:avLst>
              <a:gd name="adj" fmla="val 5780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68296"/>
            <a:ext cx="790041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apollo-hpa.yaml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frontend-hpa.yaml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(gql-ug / office / granting / projects -hpa.yaml chybí)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manifestech jsou jen dva HPA soubory. Doplnit pro gql-* nebo upravit dokumentaci.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3 · DEPLOYMENTY PODŮ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#11  readinessProbe: 300 s zpoždění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má readinessProbe.initialDelaySeconds = 300 (5 minut).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minut po startu pod nedostává provoz — zbytečně dlouhý výpadek při rolloutu/škálování.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UOIS/kubernetes/manifests/frontend-deployment.yaml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95144"/>
            <a:ext cx="8229600" cy="1220724"/>
          </a:xfrm>
          <a:prstGeom prst="roundRect">
            <a:avLst>
              <a:gd name="adj" fmla="val 3745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68296"/>
            <a:ext cx="790041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readinessProbe: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httpGet: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8000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initialDelaySeconds: 300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 300 s ověřena v kódu. Zvážit startupProbe nebo nižší hodnotu — potvrdit záměr.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4 · INGRESS / SÍŤ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#13  TLS hosty nesedí s pravidly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certifikát je vystaven pro *.unob / unob, ale ingress poslouchá na uois / pgadmin.uois.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Certifikát neodpovídá hostname → TLS rozbité, přitom je vynucen redirect na HTTPS.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993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UOIS/kubernetes/k8s_extras/ingress-controller.yaml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31136"/>
            <a:ext cx="8229600" cy="1435608"/>
          </a:xfrm>
          <a:prstGeom prst="roundRect">
            <a:avLst>
              <a:gd name="adj" fmla="val 3185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04288"/>
            <a:ext cx="79004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nginx.ingress.kubernetes.io/ssl-redirect: "true"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tls:  - hosts: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"*.unob"        # cert pro unob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"unob"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18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- host: uois         # ale poslouchá na uois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37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host: pgadmin.uois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9087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Hosty v TLS a v rules se neshodují — sladit (nebo cert vystavit pro uois / *.uois).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5 · AUTH (PODKLADY)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#16  auth.py — JWT bez ověření podpisu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 dekóduje s verify_signature=False a chytá se holým except.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(oid) se bere z neověřeného tokenu; holý except navíc spolkne jakoukoli chybu.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Podklady/EntraID/Auth/auth.py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49424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22576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decoded_token = jwt.decode(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authorization_cookie, options={"verify_signature": False}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= decoded_token["oid"]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17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                      # holý except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DF3E3"/>
          </a:solidFill>
          <a:ln w="12700">
            <a:solidFill>
              <a:srgbClr val="F3D9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manuálnímu ověření: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jednoznačný. Dopad závisí na tom, zda se oid používá jen pro nezávazný kontext, nebo i pro autorizaci — ověřit zapojení.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5 · AUTH (PODKLADY)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#17  core.py — audience neověřena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Podpis i issuer se ověřují, ale verify_aud je vypnuté a audience zakomentovaná.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5910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problém: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projde i s jinou audience, než pro kterou byl vydán — širší než nutná akceptace tokenů.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0116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Podklady/EntraID/Auth/easyauth/core.py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249424"/>
            <a:ext cx="8229600" cy="1220724"/>
          </a:xfrm>
          <a:prstGeom prst="roundRect">
            <a:avLst>
              <a:gd name="adj" fmla="val 3745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792" y="2322576"/>
            <a:ext cx="7900416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audience=self.audience,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"verify_signature": True,    # podpis OK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"verify_aud": self.audience is not None,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"verify_aud": False,         # audience NEověřena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"verify_iss": True,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DF3E3"/>
          </a:solidFill>
          <a:ln w="12700">
            <a:solidFill>
              <a:srgbClr val="F3D9A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451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manuálnímu ověření: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potvrzen. Že je verify_signature=True je dobře; chybí jen audience. Ověřit, zda je vypnutí záměr (multi-aud) nebo opomenutí.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3657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BALÍČEK 5 · DOKUMENTACE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24128" y="6035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#18  Nesoulady v README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7882128" y="45720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7" name="Text 4"/>
          <p:cNvSpPr/>
          <p:nvPr/>
        </p:nvSpPr>
        <p:spPr>
          <a:xfrm>
            <a:off x="7882128" y="457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  </a:t>
            </a:r>
            <a:pPr indent="0" marL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obsahuje cesty a příkazy, které neodpovídají repu.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  vs.  skutečný stav repozitáře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020824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16263D"/>
          </a:solidFill>
          <a:ln w="12700">
            <a:solidFill>
              <a:srgbClr val="27395A"/>
            </a:solidFill>
            <a:prstDash val="solid"/>
          </a:ln>
          <a:effectLst>
            <a:outerShdw sx="100000" sy="100000" kx="0" ky="0" algn="bl" rotWithShape="0" blurRad="88900" dist="38100" dir="5400000">
              <a:srgbClr val="0F1B2D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" y="2093976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69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/Terraform               # absolutní cesta (má být ../Terraform)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/UOIS/Kubernetes/common.env  # ve skutečnosti UOIS/kubernetes (malé k)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-n ingress-nginx        # helm instaluje do ingress-basic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C8D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164  </a:t>
            </a:r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-destroy    # přehledněji: terraform destroy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Ověření: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UOIS → „kubernetes“ (malé k); Terraform/main.tf:146 → namespace = "ingress-basic".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EAF7EE"/>
          </a:solidFill>
          <a:ln w="12700">
            <a:solidFill>
              <a:srgbClr val="BFE5C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1655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012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z kódu:  </a:t>
            </a:r>
            <a:pPr indent="0" marL="0"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Nesoulady ověřeny proti repu; na Linuxu navíc rozbije velké „Kubernetes“ kvůli case-sensitivitě.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017520"/>
            <a:ext cx="3291840" cy="329184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SOUHRN OVĚŘENÍ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Devět nálezů — doloženo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24688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přímo z kódu (7): #7, #9, #10, #11, #13, #18 a kódová část #16/#17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+ oficiální dokumentace (1): #5 (helm v3 guide, azapi issue #492)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manuálnímu ověření zbývá: reálný dopad #16/#17 a verze z .terraform.lock.hcl u #5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nález má v deku výřez se souborem a řádkem jako důkaz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Ověřené nedostatky — důkazy z kódu</dc:title>
  <dc:subject>PptxGenJS Presentation</dc:subject>
  <dc:creator>Code Review</dc:creator>
  <cp:lastModifiedBy>Code Review</cp:lastModifiedBy>
  <cp:revision>1</cp:revision>
  <dcterms:created xsi:type="dcterms:W3CDTF">2026-06-10T07:14:28Z</dcterms:created>
  <dcterms:modified xsi:type="dcterms:W3CDTF">2026-06-10T07:14:28Z</dcterms:modified>
</cp:coreProperties>
</file>